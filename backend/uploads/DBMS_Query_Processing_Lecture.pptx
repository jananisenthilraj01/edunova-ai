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DBMS Query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Notes</a:t>
            </a:r>
          </a:p>
          <a:p>
            <a:r>
              <a:t>EduNova AI – Multimodal Learning Material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Query Processing?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Query processing converts a SQL query into an efficient execution plan.</a:t>
            </a:r>
          </a:p>
          <a:p>
            <a:pPr>
              <a:defRPr sz="2400"/>
            </a:pPr>
            <a:r>
              <a:t>The DBMS parses, optimizes, and executes the query.</a:t>
            </a:r>
          </a:p>
          <a:p>
            <a:pPr>
              <a:defRPr sz="2400"/>
            </a:pPr>
            <a:r>
              <a:t>Goal: obtain the correct result with minimum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Parsing and translation</a:t>
            </a:r>
          </a:p>
          <a:p>
            <a:pPr>
              <a:defRPr sz="2400"/>
            </a:pPr>
            <a:r>
              <a:t>2. Query optimization</a:t>
            </a:r>
          </a:p>
          <a:p>
            <a:pPr>
              <a:defRPr sz="2400"/>
            </a:pPr>
            <a:r>
              <a:t>3. Query evaluation</a:t>
            </a:r>
          </a:p>
          <a:p>
            <a:pPr>
              <a:defRPr sz="2400"/>
            </a:pPr>
            <a:r>
              <a:t>The optimizer chooses an efficient execution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Checks SQL syntax and semantics.</a:t>
            </a:r>
          </a:p>
          <a:p>
            <a:pPr>
              <a:defRPr sz="2400"/>
            </a:pPr>
            <a:r>
              <a:t>Builds an internal representation of the query.</a:t>
            </a:r>
          </a:p>
          <a:p>
            <a:pPr>
              <a:defRPr sz="2400"/>
            </a:pPr>
            <a:r>
              <a:t>Checks tables, columns, operators, and data types.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Finds an efficient way to execute a query.</a:t>
            </a:r>
          </a:p>
          <a:p>
            <a:pPr>
              <a:defRPr sz="2400"/>
            </a:pPr>
            <a:r>
              <a:t>Compares possible execution plans.</a:t>
            </a:r>
          </a:p>
          <a:p>
            <a:pPr>
              <a:defRPr sz="2400"/>
            </a:pPr>
            <a:r>
              <a:t>Considers I/O cost, CPU cost, memory, indexes, and table sizes.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Nested-loop join</a:t>
            </a:r>
          </a:p>
          <a:p>
            <a:pPr>
              <a:defRPr sz="2400"/>
            </a:pPr>
            <a:r>
              <a:t>Block nested-loop join</a:t>
            </a:r>
          </a:p>
          <a:p>
            <a:pPr>
              <a:defRPr sz="2400"/>
            </a:pPr>
            <a:r>
              <a:t>Merge join</a:t>
            </a:r>
          </a:p>
          <a:p>
            <a:pPr>
              <a:defRPr sz="2400"/>
            </a:pPr>
            <a:r>
              <a:t>Hash join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Nested-Loop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Compares rows from one relation with rows from another.</a:t>
            </a:r>
          </a:p>
          <a:p>
            <a:pPr>
              <a:defRPr sz="2400"/>
            </a:pPr>
            <a:r>
              <a:t>Simple and useful for small relations.</a:t>
            </a:r>
          </a:p>
          <a:p>
            <a:pPr>
              <a:defRPr sz="2400"/>
            </a:pPr>
            <a:r>
              <a:t>Can become expensive when relations are large.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Uses a hash table to match join attributes.</a:t>
            </a:r>
          </a:p>
          <a:p>
            <a:pPr>
              <a:defRPr sz="2400"/>
            </a:pPr>
            <a:r>
              <a:t>Usually effective for equality joins.</a:t>
            </a:r>
          </a:p>
          <a:p>
            <a:pPr>
              <a:defRPr sz="2400"/>
            </a:pPr>
            <a:r>
              <a:t>Performance depends on hashing and available memory.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Materialized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 materialized view stores the result of a query physically.</a:t>
            </a:r>
          </a:p>
          <a:p>
            <a:pPr>
              <a:defRPr sz="2400"/>
            </a:pPr>
            <a:r>
              <a:t>It can make repeated complex queries faster.</a:t>
            </a:r>
          </a:p>
          <a:p>
            <a:pPr>
              <a:defRPr sz="2400"/>
            </a:pPr>
            <a:r>
              <a:t>The stored result must be maintained when base data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Query processing turns SQL into an execution plan.</a:t>
            </a:r>
          </a:p>
          <a:p>
            <a:pPr>
              <a:defRPr sz="2400"/>
            </a:pPr>
            <a:r>
              <a:t>Optimization tries to reduce execution cost.</a:t>
            </a:r>
          </a:p>
          <a:p>
            <a:pPr>
              <a:defRPr sz="2400"/>
            </a:pPr>
            <a:r>
              <a:t>Different join algorithms suit different situations.</a:t>
            </a:r>
          </a:p>
          <a:p>
            <a:pPr>
              <a:defRPr sz="2400"/>
            </a:pPr>
            <a:r>
              <a:t>Materialized views can speed up repeated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